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72" y="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80F17-E421-A453-77FD-A9175E1E0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8EEFD-89C2-65AF-56F4-DAF827A57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06843-BDE7-9140-E6A2-50F05D766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7DC9-1755-4C2E-8045-165DB44CD79D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EBD6F-05B3-5E37-EF39-CF4E3564C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CB50C-C848-4A6E-F946-164D0980D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2E85-D5E9-48A9-A0B6-F6BBD43204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9212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88D69-92C3-FF7F-9E4C-FEBC042ED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7C82B-CF75-184C-5887-863414540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E61A7-EAB3-A82A-F939-6DBF81498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7DC9-1755-4C2E-8045-165DB44CD79D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8A621-C4E0-0106-C023-DA2C636ED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36A13-9A62-3FB7-9107-99D950BDF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2E85-D5E9-48A9-A0B6-F6BBD43204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1750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92491-1658-22CC-A618-92DBB3531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ABB4C-AD1D-DF36-51AA-5B7654284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69BDF-0083-7294-D454-82E942BF0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7DC9-1755-4C2E-8045-165DB44CD79D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00C31-E602-7B6F-E9C5-73240CAEA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8A00A-0060-3FAA-46E7-55E9EDA5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2E85-D5E9-48A9-A0B6-F6BBD43204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9820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84097-6293-EC68-6E7F-E39935C83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B5AE8-5629-FAF2-2035-65A6B38826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7787E-3668-4A88-5B37-43F95BDA1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328C23-5998-0A46-AC6F-BC516CF6D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7DC9-1755-4C2E-8045-165DB44CD79D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21A8D-6A6A-B678-10C3-29F0C3668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738674-3B75-F945-13A3-4A7F4830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2E85-D5E9-48A9-A0B6-F6BBD43204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17020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405C-CAF4-CEEF-B511-2353828FA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06E3A6-5ADA-5569-E44A-BA7537BED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FC9668-DFE4-DD6D-8FEC-3A5B47BDB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28045-9990-0445-9962-AA5A70699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050065-504A-D5B0-A7C5-7985A3C909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A1586-F353-FB37-EC81-52F116DC1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7DC9-1755-4C2E-8045-165DB44CD79D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A5DDA4-829A-28A7-252C-A34D4F497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A3D62-5DF9-94C8-DFC6-2C9BBD50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2E85-D5E9-48A9-A0B6-F6BBD43204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2417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979A1-B408-EF5A-BCBA-CCE75FF0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19A98D-3A00-5D6F-8A6C-0F2DDB1A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7DC9-1755-4C2E-8045-165DB44CD79D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C63E72-82F0-53E1-5675-EC4D3C31D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1B18E-37A3-0A5C-2BE1-83643B1F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2E85-D5E9-48A9-A0B6-F6BBD43204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0753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EDFE9F-049D-624F-41E4-1E2CCC14D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7DC9-1755-4C2E-8045-165DB44CD79D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9A34C4-2802-4111-F9BA-16481874E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9017B-7212-42E7-6EEC-2BB489094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2E85-D5E9-48A9-A0B6-F6BBD43204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51584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BE25D-67E6-CBCC-8C8B-D167ED509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A6632-CEC0-78A0-E3DA-0660456D3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18D91-433E-DB81-615D-9B313EE66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E0547-C87B-FD05-A110-D9266649A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7DC9-1755-4C2E-8045-165DB44CD79D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4298A-5CF3-CC78-72E2-DFD0951F0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36604-5EF1-B500-D02D-563AE3657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2E85-D5E9-48A9-A0B6-F6BBD43204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2926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D04EF-ABF8-1411-A34C-B9FA38E88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4111BA-5B5A-D673-7077-9D2E8EE88C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D95D7F-5D1C-CC4B-A3D6-BB9B8D6A4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CC30F-9B92-94D1-D88A-B8C8ED2A4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7DC9-1755-4C2E-8045-165DB44CD79D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28EC0-D73A-9660-28CA-C72DCC239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8E7A6-9FB4-28DE-E7B8-BD3A0DF47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2E85-D5E9-48A9-A0B6-F6BBD43204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17791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42652-3D03-8EAB-F20A-879D451F2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400C7-07BE-AC23-C1C1-39936BDF3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F5402-775C-5ACE-F0C5-578A50B4B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7DC9-1755-4C2E-8045-165DB44CD79D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09C22-E8E1-6831-00E6-C24FB108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A7BE1-C63C-2713-CBDA-28BD7E399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2E85-D5E9-48A9-A0B6-F6BBD43204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7854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ED31A-D6B1-BFAA-6705-F0AFEF599D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5E518-1D47-EB40-34EC-B4165D1B35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F3DB6E-6BD3-B06E-F38C-BF4D9B5E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F7DC9-1755-4C2E-8045-165DB44CD79D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83E8A-A0CD-C9CC-7E76-FEC105D6F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14F1F-4F74-E76C-06D5-717AE8819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02E85-D5E9-48A9-A0B6-F6BBD43204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1980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4ADDA2-11FC-4B35-A01F-8A371B45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05FF5-E3F3-CB02-BCA0-41ABEEC60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B1D4-CF8F-CCCC-6D04-40F52D96F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CF7DC9-1755-4C2E-8045-165DB44CD79D}" type="datetimeFigureOut">
              <a:rPr lang="en-CA" smtClean="0"/>
              <a:t>2026-04-12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DE450-EAED-A78C-EDA0-3376EFF64C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6AC77-42E9-B1E0-6160-D004D9AB4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02E85-D5E9-48A9-A0B6-F6BBD43204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1563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02CE2-29CA-258A-D45D-90301EC85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A8D4A4-BCED-F439-41EF-129B50D194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8487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griffin macnaughtan</dc:creator>
  <cp:lastModifiedBy>griffin macnaughtan</cp:lastModifiedBy>
  <cp:revision>1</cp:revision>
  <dcterms:created xsi:type="dcterms:W3CDTF">2026-04-13T00:29:55Z</dcterms:created>
  <dcterms:modified xsi:type="dcterms:W3CDTF">2026-04-13T00:33:55Z</dcterms:modified>
</cp:coreProperties>
</file>